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7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Intelligent SKU Matching &amp; Inquiry Automation</a:t>
            </a:r>
          </a:p>
          <a:p>
            <a:pPr lvl="1"/>
            <a:r>
              <a:rPr dirty="0"/>
              <a:t>Objective:</a:t>
            </a:r>
          </a:p>
          <a:p>
            <a:pPr lvl="1"/>
            <a:r>
              <a:rPr dirty="0"/>
              <a:t>• Read customer inquiry emails</a:t>
            </a:r>
            <a:r>
              <a:rPr lang="en-IN" dirty="0"/>
              <a:t>- U1</a:t>
            </a:r>
            <a:endParaRPr dirty="0"/>
          </a:p>
          <a:p>
            <a:pPr lvl="1"/>
            <a:r>
              <a:rPr dirty="0"/>
              <a:t>• Normalize &amp; standardize text</a:t>
            </a:r>
            <a:r>
              <a:rPr lang="en-IN" dirty="0"/>
              <a:t> - U1</a:t>
            </a:r>
          </a:p>
          <a:p>
            <a:pPr lvl="1"/>
            <a:r>
              <a:rPr lang="en-IN" dirty="0"/>
              <a:t>U2- Intelligent SKU Matching </a:t>
            </a:r>
            <a:endParaRPr dirty="0"/>
          </a:p>
          <a:p>
            <a:pPr lvl="1"/>
            <a:r>
              <a:rPr dirty="0"/>
              <a:t>• Match against 14,000+ SKU master records</a:t>
            </a:r>
          </a:p>
          <a:p>
            <a:pPr lvl="1"/>
            <a:r>
              <a:rPr dirty="0"/>
              <a:t>• Classify match confidence</a:t>
            </a:r>
          </a:p>
          <a:p>
            <a:pPr lvl="1"/>
            <a:r>
              <a:rPr dirty="0"/>
              <a:t>• Generate structured output for quotation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End-to-End Flow:</a:t>
            </a:r>
          </a:p>
          <a:p>
            <a:pPr lvl="1"/>
            <a:r>
              <a:rPr dirty="0"/>
              <a:t>Email → Processing Engine → Matching Engine → Scoring → Classification → Dashboard</a:t>
            </a:r>
          </a:p>
          <a:p>
            <a:pPr lvl="1"/>
            <a:r>
              <a:rPr dirty="0"/>
              <a:t>Technology Stack:</a:t>
            </a:r>
          </a:p>
          <a:p>
            <a:pPr lvl="1"/>
            <a:r>
              <a:rPr dirty="0"/>
              <a:t>• ASP.NET Core (.NET 8)</a:t>
            </a:r>
          </a:p>
          <a:p>
            <a:pPr lvl="1"/>
            <a:r>
              <a:rPr dirty="0"/>
              <a:t>• SQL Server (Full-Text Enabled)</a:t>
            </a:r>
          </a:p>
          <a:p>
            <a:pPr lvl="1"/>
            <a:r>
              <a:rPr dirty="0"/>
              <a:t>• </a:t>
            </a:r>
            <a:r>
              <a:rPr dirty="0" err="1"/>
              <a:t>FuzzySharp</a:t>
            </a:r>
            <a:r>
              <a:rPr dirty="0"/>
              <a:t> (C#)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– Core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SKU_Master</a:t>
            </a:r>
            <a:r>
              <a:rPr dirty="0"/>
              <a:t> (Id, </a:t>
            </a:r>
            <a:r>
              <a:rPr dirty="0" err="1"/>
              <a:t>SKU_Code</a:t>
            </a:r>
            <a:r>
              <a:rPr dirty="0"/>
              <a:t>, Description, Category, Unit, </a:t>
            </a:r>
            <a:r>
              <a:rPr dirty="0" err="1"/>
              <a:t>IsActive</a:t>
            </a:r>
            <a:r>
              <a:rPr dirty="0"/>
              <a:t>)</a:t>
            </a:r>
          </a:p>
          <a:p>
            <a:pPr lvl="1"/>
            <a:r>
              <a:rPr dirty="0"/>
              <a:t>Enable Full-Text Index on Description</a:t>
            </a:r>
          </a:p>
          <a:p>
            <a:pPr lvl="1"/>
            <a:r>
              <a:rPr dirty="0" err="1"/>
              <a:t>SKU_Alias</a:t>
            </a:r>
            <a:r>
              <a:rPr dirty="0"/>
              <a:t> (Alias, </a:t>
            </a:r>
            <a:r>
              <a:rPr dirty="0" err="1"/>
              <a:t>ActualValue</a:t>
            </a:r>
            <a:r>
              <a:rPr dirty="0"/>
              <a:t>)</a:t>
            </a:r>
          </a:p>
          <a:p>
            <a:pPr lvl="1"/>
            <a:r>
              <a:rPr dirty="0" err="1"/>
              <a:t>Inquiry_Log</a:t>
            </a:r>
            <a:r>
              <a:rPr dirty="0"/>
              <a:t> (</a:t>
            </a:r>
            <a:r>
              <a:rPr dirty="0" err="1"/>
              <a:t>InquiryId</a:t>
            </a:r>
            <a:r>
              <a:rPr dirty="0"/>
              <a:t>, </a:t>
            </a:r>
            <a:r>
              <a:rPr dirty="0" err="1"/>
              <a:t>RawText</a:t>
            </a:r>
            <a:r>
              <a:rPr dirty="0"/>
              <a:t>, </a:t>
            </a:r>
            <a:r>
              <a:rPr dirty="0" err="1"/>
              <a:t>ProcessedText</a:t>
            </a:r>
            <a:r>
              <a:rPr dirty="0"/>
              <a:t>, Status, Timestamp)</a:t>
            </a:r>
          </a:p>
          <a:p>
            <a:pPr lvl="1"/>
            <a:r>
              <a:rPr dirty="0" err="1"/>
              <a:t>Match_Result</a:t>
            </a:r>
            <a:r>
              <a:rPr dirty="0"/>
              <a:t> (</a:t>
            </a:r>
            <a:r>
              <a:rPr dirty="0" err="1"/>
              <a:t>InquiryId</a:t>
            </a:r>
            <a:r>
              <a:rPr dirty="0"/>
              <a:t>, </a:t>
            </a:r>
            <a:r>
              <a:rPr dirty="0" err="1"/>
              <a:t>SKU_Id</a:t>
            </a:r>
            <a:r>
              <a:rPr dirty="0"/>
              <a:t>, Score, Classification)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– Email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Connect to email server (IMAP / Graph API)</a:t>
            </a:r>
          </a:p>
          <a:p>
            <a:pPr lvl="1"/>
            <a:r>
              <a:rPr dirty="0"/>
              <a:t>• Fetch unread emails</a:t>
            </a:r>
          </a:p>
          <a:p>
            <a:pPr lvl="1"/>
            <a:r>
              <a:rPr dirty="0"/>
              <a:t>• Extract Subject &amp; Body</a:t>
            </a:r>
          </a:p>
          <a:p>
            <a:pPr lvl="1"/>
            <a:r>
              <a:rPr dirty="0"/>
              <a:t>• Store raw text in </a:t>
            </a:r>
            <a:r>
              <a:rPr dirty="0" err="1"/>
              <a:t>Inquiry_Log</a:t>
            </a:r>
            <a:r>
              <a:rPr dirty="0"/>
              <a:t>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 2 – Text Normalization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</a:t>
            </a:r>
            <a:r>
              <a:rPr dirty="0" err="1"/>
              <a:t>TextNormalizationService.cs</a:t>
            </a:r>
            <a:endParaRPr dirty="0"/>
          </a:p>
          <a:p>
            <a:pPr lvl="1"/>
            <a:r>
              <a:rPr dirty="0"/>
              <a:t>Steps:</a:t>
            </a:r>
          </a:p>
          <a:p>
            <a:pPr lvl="1"/>
            <a:r>
              <a:rPr dirty="0"/>
              <a:t>• Convert to lowercase</a:t>
            </a:r>
          </a:p>
          <a:p>
            <a:pPr lvl="1"/>
            <a:r>
              <a:rPr dirty="0"/>
              <a:t>• Remove special characters</a:t>
            </a:r>
          </a:p>
          <a:p>
            <a:pPr lvl="1"/>
            <a:r>
              <a:rPr dirty="0"/>
              <a:t>• Standardize units (2in → 2 inch)</a:t>
            </a:r>
          </a:p>
          <a:p>
            <a:pPr lvl="1"/>
            <a:r>
              <a:rPr dirty="0"/>
              <a:t>• Expand aliases from </a:t>
            </a:r>
            <a:r>
              <a:rPr dirty="0" err="1"/>
              <a:t>SKU_Alias</a:t>
            </a:r>
            <a:r>
              <a:rPr dirty="0"/>
              <a:t> table</a:t>
            </a:r>
          </a:p>
          <a:p>
            <a:pPr lvl="1"/>
            <a:r>
              <a:rPr dirty="0"/>
              <a:t>Output: Processed standardized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Phase 3 – Matching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Step 1: SQL Full-Text Search on </a:t>
            </a:r>
            <a:r>
              <a:rPr dirty="0" err="1"/>
              <a:t>SKU_Master.Description</a:t>
            </a:r>
            <a:endParaRPr dirty="0"/>
          </a:p>
          <a:p>
            <a:pPr lvl="1"/>
            <a:r>
              <a:rPr dirty="0"/>
              <a:t>Step 2: Retrieve Top 10 ranked results</a:t>
            </a:r>
          </a:p>
          <a:p>
            <a:pPr lvl="1"/>
            <a:r>
              <a:rPr dirty="0"/>
              <a:t>Step 3: Apply </a:t>
            </a:r>
            <a:r>
              <a:rPr dirty="0" err="1"/>
              <a:t>FuzzySharp</a:t>
            </a:r>
            <a:r>
              <a:rPr dirty="0"/>
              <a:t> </a:t>
            </a:r>
            <a:r>
              <a:rPr dirty="0" err="1"/>
              <a:t>TokenSortRatio</a:t>
            </a:r>
            <a:endParaRPr dirty="0"/>
          </a:p>
          <a:p>
            <a:pPr lvl="1"/>
            <a:r>
              <a:rPr dirty="0"/>
              <a:t>Step 4: Select highest similarity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– Confidence Scoring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Final Score Calculation:</a:t>
            </a:r>
          </a:p>
          <a:p>
            <a:pPr lvl="1"/>
            <a:r>
              <a:rPr dirty="0"/>
              <a:t>• </a:t>
            </a:r>
            <a:r>
              <a:rPr dirty="0" err="1"/>
              <a:t>FullTextRank</a:t>
            </a:r>
            <a:r>
              <a:rPr dirty="0"/>
              <a:t> (40%)</a:t>
            </a:r>
          </a:p>
          <a:p>
            <a:pPr lvl="1"/>
            <a:r>
              <a:rPr dirty="0"/>
              <a:t>• </a:t>
            </a:r>
            <a:r>
              <a:rPr dirty="0" err="1"/>
              <a:t>FuzzyScore</a:t>
            </a:r>
            <a:r>
              <a:rPr dirty="0"/>
              <a:t> (40%)</a:t>
            </a:r>
          </a:p>
          <a:p>
            <a:pPr lvl="1"/>
            <a:r>
              <a:rPr dirty="0"/>
              <a:t>• Exact Dimension Match (20%)</a:t>
            </a:r>
          </a:p>
          <a:p>
            <a:pPr lvl="1"/>
            <a:r>
              <a:rPr dirty="0"/>
              <a:t>Classification:</a:t>
            </a:r>
          </a:p>
          <a:p>
            <a:pPr lvl="1"/>
            <a:r>
              <a:rPr dirty="0"/>
              <a:t>• &gt;90 = Auto Accept</a:t>
            </a:r>
          </a:p>
          <a:p>
            <a:pPr lvl="1"/>
            <a:r>
              <a:rPr dirty="0"/>
              <a:t>• 70–90 = Manual Review</a:t>
            </a:r>
          </a:p>
          <a:p>
            <a:pPr lvl="1"/>
            <a:r>
              <a:rPr dirty="0"/>
              <a:t>• &lt;70 = Regret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 5 – Dashboard &amp; Review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</a:t>
            </a:r>
          </a:p>
          <a:p>
            <a:pPr lvl="1"/>
            <a:r>
              <a:t>• View new inquiries</a:t>
            </a:r>
          </a:p>
          <a:p>
            <a:pPr lvl="1"/>
            <a:r>
              <a:t>• View suggested SKU matches</a:t>
            </a:r>
          </a:p>
          <a:p>
            <a:pPr lvl="1"/>
            <a:r>
              <a:t>• Approve / Override matches</a:t>
            </a:r>
          </a:p>
          <a:p>
            <a:pPr lvl="1"/>
            <a:r>
              <a:t>• Track confidence score</a:t>
            </a:r>
          </a:p>
          <a:p>
            <a:pPr lvl="1"/>
            <a:r>
              <a:t>• Maintain audit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Ensure Full-Text Index optimization</a:t>
            </a:r>
          </a:p>
          <a:p>
            <a:pPr lvl="1"/>
            <a:r>
              <a:rPr dirty="0"/>
              <a:t>• Add index on </a:t>
            </a:r>
            <a:r>
              <a:rPr dirty="0" err="1"/>
              <a:t>SKU_Code</a:t>
            </a:r>
            <a:endParaRPr dirty="0"/>
          </a:p>
          <a:p>
            <a:pPr lvl="1"/>
            <a:r>
              <a:rPr dirty="0"/>
              <a:t>• Optional in-memory caching for SKU master</a:t>
            </a:r>
          </a:p>
          <a:p>
            <a:pPr lvl="1"/>
            <a:r>
              <a:rPr dirty="0"/>
              <a:t>• Async email queue processing</a:t>
            </a:r>
          </a:p>
          <a:p>
            <a:pPr lvl="1"/>
            <a:r>
              <a:rPr dirty="0"/>
              <a:t>Expected response time: &lt;1 second per inquiry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Read-only DB access for SKU_Master</a:t>
            </a:r>
          </a:p>
          <a:p>
            <a:pPr lvl="1"/>
            <a:r>
              <a:t>• Role-based access control</a:t>
            </a:r>
          </a:p>
          <a:p>
            <a:pPr lvl="1"/>
            <a:r>
              <a:t>• Log all decisions</a:t>
            </a:r>
          </a:p>
          <a:p>
            <a:pPr lvl="1"/>
            <a:r>
              <a:t>Deployment Environments: DEV → UAT → PROD</a:t>
            </a:r>
          </a:p>
          <a:p>
            <a:pPr lvl="1"/>
            <a:r>
              <a:t>Hosting: On-Prem IIS or Azure App 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Setup – 3 Days</a:t>
            </a:r>
          </a:p>
          <a:p>
            <a:pPr lvl="1"/>
            <a:r>
              <a:t>Email Integration – 4 Days</a:t>
            </a:r>
          </a:p>
          <a:p>
            <a:pPr lvl="1"/>
            <a:r>
              <a:t>Normalization Engine – 5 Days</a:t>
            </a:r>
          </a:p>
          <a:p>
            <a:pPr lvl="1"/>
            <a:r>
              <a:t>Matching Engine – 6 Days</a:t>
            </a:r>
          </a:p>
          <a:p>
            <a:pPr lvl="1"/>
            <a:r>
              <a:t>Dashboard – 6 Days</a:t>
            </a:r>
          </a:p>
          <a:p>
            <a:pPr lvl="1"/>
            <a:r>
              <a:t>Testing &amp; Optimization – 5 Days</a:t>
            </a:r>
          </a:p>
          <a:p>
            <a:pPr lvl="1"/>
            <a:r>
              <a:t>Total Estimated Duration: 4–6 Weeks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Code Snippet – Enable Full-Text Index (SQL Server)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 dirty="0"/>
              <a:t>-- Enable Full-Text Index on </a:t>
            </a:r>
            <a:r>
              <a:rPr sz="1400" dirty="0" err="1"/>
              <a:t>SKU_Master</a:t>
            </a:r>
            <a:endParaRPr sz="1400" dirty="0"/>
          </a:p>
          <a:p>
            <a:r>
              <a:rPr sz="1400" dirty="0"/>
              <a:t>CREATE FULLTEXT CATALOG </a:t>
            </a:r>
            <a:r>
              <a:rPr sz="1400" dirty="0" err="1"/>
              <a:t>SKU_Catalog</a:t>
            </a:r>
            <a:r>
              <a:rPr sz="1400" dirty="0"/>
              <a:t> AS DEFAULT;</a:t>
            </a:r>
          </a:p>
          <a:p>
            <a:endParaRPr sz="1400" dirty="0"/>
          </a:p>
          <a:p>
            <a:r>
              <a:rPr sz="1400" dirty="0"/>
              <a:t>CREATE FULLTEXT INDEX ON </a:t>
            </a:r>
            <a:r>
              <a:rPr sz="1400" dirty="0" err="1"/>
              <a:t>SKU_Master</a:t>
            </a:r>
            <a:r>
              <a:rPr sz="1400" dirty="0"/>
              <a:t>(Description)</a:t>
            </a:r>
          </a:p>
          <a:p>
            <a:r>
              <a:rPr sz="1400" dirty="0"/>
              <a:t>KEY INDEX </a:t>
            </a:r>
            <a:r>
              <a:rPr sz="1400" dirty="0" err="1"/>
              <a:t>PK_SKU_Master</a:t>
            </a:r>
            <a:endParaRPr sz="1400" dirty="0"/>
          </a:p>
          <a:p>
            <a:r>
              <a:rPr sz="1400" dirty="0"/>
              <a:t>ON </a:t>
            </a:r>
            <a:r>
              <a:rPr sz="1400" dirty="0" err="1"/>
              <a:t>SKU_Catalog</a:t>
            </a:r>
            <a:r>
              <a:rPr sz="1400" dirty="0"/>
              <a:t>;</a:t>
            </a:r>
          </a:p>
          <a:p>
            <a:endParaRPr sz="1400" dirty="0"/>
          </a:p>
          <a:p>
            <a:r>
              <a:rPr sz="1400" dirty="0"/>
              <a:t>-- Sample Query</a:t>
            </a:r>
          </a:p>
          <a:p>
            <a:r>
              <a:rPr sz="1400" dirty="0"/>
              <a:t>SELECT TOP 10 *, KEY_TBL.RANK</a:t>
            </a:r>
          </a:p>
          <a:p>
            <a:r>
              <a:rPr sz="1400" dirty="0"/>
              <a:t>FROM </a:t>
            </a:r>
            <a:r>
              <a:rPr sz="1400" dirty="0" err="1"/>
              <a:t>SKU_Master</a:t>
            </a:r>
            <a:endParaRPr sz="1400" dirty="0"/>
          </a:p>
          <a:p>
            <a:r>
              <a:rPr sz="1400" dirty="0"/>
              <a:t>INNER JOIN FREETEXTTABLE(</a:t>
            </a:r>
            <a:r>
              <a:rPr sz="1400" dirty="0" err="1"/>
              <a:t>SKU_Master</a:t>
            </a:r>
            <a:r>
              <a:rPr sz="1400" dirty="0"/>
              <a:t>, Description, @</a:t>
            </a:r>
            <a:r>
              <a:rPr sz="1400" dirty="0" err="1"/>
              <a:t>searchText</a:t>
            </a:r>
            <a:r>
              <a:rPr sz="1400" dirty="0"/>
              <a:t>) AS KEY_TBL</a:t>
            </a:r>
          </a:p>
          <a:p>
            <a:r>
              <a:rPr sz="1400" dirty="0"/>
              <a:t>ON </a:t>
            </a:r>
            <a:r>
              <a:rPr sz="1400" dirty="0" err="1"/>
              <a:t>SKU_Master.Id</a:t>
            </a:r>
            <a:r>
              <a:rPr sz="1400" dirty="0"/>
              <a:t> = KEY_TBL.[KEY]</a:t>
            </a:r>
          </a:p>
          <a:p>
            <a:r>
              <a:rPr sz="1400" dirty="0"/>
              <a:t>ORDER BY KEY_TBL.RANK DESC;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Code Snippet – </a:t>
            </a:r>
            <a:r>
              <a:rPr dirty="0" err="1"/>
              <a:t>TextNormalizationService.cs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r>
              <a:rPr sz="1400" dirty="0"/>
              <a:t>public class </a:t>
            </a:r>
            <a:r>
              <a:rPr sz="1400" dirty="0" err="1"/>
              <a:t>TextNormalizationService</a:t>
            </a:r>
            <a:endParaRPr sz="1400" dirty="0"/>
          </a:p>
          <a:p>
            <a:r>
              <a:rPr sz="1400" dirty="0"/>
              <a:t>{</a:t>
            </a:r>
          </a:p>
          <a:p>
            <a:r>
              <a:rPr sz="1400" dirty="0"/>
              <a:t>    private </a:t>
            </a:r>
            <a:r>
              <a:rPr sz="1400" dirty="0" err="1"/>
              <a:t>readonly</a:t>
            </a:r>
            <a:r>
              <a:rPr sz="1400" dirty="0"/>
              <a:t> Dictionary&lt;string, string&gt; _</a:t>
            </a:r>
            <a:r>
              <a:rPr sz="1400" dirty="0" err="1"/>
              <a:t>aliasMap</a:t>
            </a:r>
            <a:r>
              <a:rPr sz="1400" dirty="0"/>
              <a:t>;</a:t>
            </a:r>
          </a:p>
          <a:p>
            <a:endParaRPr sz="1400" dirty="0"/>
          </a:p>
          <a:p>
            <a:r>
              <a:rPr sz="1400" dirty="0"/>
              <a:t>    public </a:t>
            </a:r>
            <a:r>
              <a:rPr sz="1400" dirty="0" err="1"/>
              <a:t>TextNormalizationService</a:t>
            </a:r>
            <a:r>
              <a:rPr sz="1400" dirty="0"/>
              <a:t>(Dictionary&lt;string, string&gt; </a:t>
            </a:r>
            <a:r>
              <a:rPr sz="1400" dirty="0" err="1"/>
              <a:t>aliasMap</a:t>
            </a:r>
            <a:r>
              <a:rPr sz="1400" dirty="0"/>
              <a:t>)</a:t>
            </a:r>
          </a:p>
          <a:p>
            <a:r>
              <a:rPr sz="1400" dirty="0"/>
              <a:t>    {</a:t>
            </a:r>
          </a:p>
          <a:p>
            <a:r>
              <a:rPr sz="1400" dirty="0"/>
              <a:t>        _</a:t>
            </a:r>
            <a:r>
              <a:rPr sz="1400" dirty="0" err="1"/>
              <a:t>aliasMap</a:t>
            </a:r>
            <a:r>
              <a:rPr sz="1400" dirty="0"/>
              <a:t> = </a:t>
            </a:r>
            <a:r>
              <a:rPr sz="1400" dirty="0" err="1"/>
              <a:t>aliasMap</a:t>
            </a:r>
            <a:r>
              <a:rPr sz="1400" dirty="0"/>
              <a:t>;</a:t>
            </a:r>
          </a:p>
          <a:p>
            <a:r>
              <a:rPr sz="1400" dirty="0"/>
              <a:t>    }</a:t>
            </a:r>
          </a:p>
          <a:p>
            <a:endParaRPr sz="1400" dirty="0"/>
          </a:p>
          <a:p>
            <a:r>
              <a:rPr sz="1400" dirty="0"/>
              <a:t>    public string Normalize(string input)</a:t>
            </a:r>
          </a:p>
          <a:p>
            <a:r>
              <a:rPr sz="1400" dirty="0"/>
              <a:t>    {</a:t>
            </a:r>
          </a:p>
          <a:p>
            <a:r>
              <a:rPr sz="1400" dirty="0"/>
              <a:t>        input = </a:t>
            </a:r>
            <a:r>
              <a:rPr sz="1400" dirty="0" err="1"/>
              <a:t>input.ToLower</a:t>
            </a:r>
            <a:r>
              <a:rPr sz="1400" dirty="0"/>
              <a:t>();</a:t>
            </a:r>
          </a:p>
          <a:p>
            <a:endParaRPr sz="1400" dirty="0"/>
          </a:p>
          <a:p>
            <a:r>
              <a:rPr sz="1400" dirty="0"/>
              <a:t>        input = </a:t>
            </a:r>
            <a:r>
              <a:rPr sz="1400" dirty="0" err="1"/>
              <a:t>Regex.Replace</a:t>
            </a:r>
            <a:r>
              <a:rPr sz="1400" dirty="0"/>
              <a:t>(input, "[^a-z0-9 ]", " ");</a:t>
            </a:r>
          </a:p>
          <a:p>
            <a:endParaRPr sz="1400" dirty="0"/>
          </a:p>
          <a:p>
            <a:r>
              <a:rPr sz="1400" dirty="0"/>
              <a:t>        foreach (var alias in _</a:t>
            </a:r>
            <a:r>
              <a:rPr sz="1400" dirty="0" err="1"/>
              <a:t>aliasMap</a:t>
            </a:r>
            <a:r>
              <a:rPr sz="1400" dirty="0"/>
              <a:t>)</a:t>
            </a:r>
          </a:p>
          <a:p>
            <a:r>
              <a:rPr sz="1400" dirty="0"/>
              <a:t>        {</a:t>
            </a:r>
          </a:p>
          <a:p>
            <a:r>
              <a:rPr sz="1400" dirty="0"/>
              <a:t>            input = </a:t>
            </a:r>
            <a:r>
              <a:rPr sz="1400" dirty="0" err="1"/>
              <a:t>input.Replace</a:t>
            </a:r>
            <a:r>
              <a:rPr sz="1400" dirty="0"/>
              <a:t>(</a:t>
            </a:r>
            <a:r>
              <a:rPr sz="1400" dirty="0" err="1"/>
              <a:t>alias.Key.ToLower</a:t>
            </a:r>
            <a:r>
              <a:rPr sz="1400" dirty="0"/>
              <a:t>(), </a:t>
            </a:r>
          </a:p>
          <a:p>
            <a:r>
              <a:rPr sz="1400" dirty="0"/>
              <a:t>                                  </a:t>
            </a:r>
            <a:r>
              <a:rPr sz="1400" dirty="0" err="1"/>
              <a:t>alias.Value.ToLower</a:t>
            </a:r>
            <a:r>
              <a:rPr sz="1400" dirty="0"/>
              <a:t>());</a:t>
            </a:r>
          </a:p>
          <a:p>
            <a:r>
              <a:rPr sz="1400" dirty="0"/>
              <a:t>        }</a:t>
            </a:r>
          </a:p>
          <a:p>
            <a:endParaRPr sz="1400" dirty="0"/>
          </a:p>
          <a:p>
            <a:r>
              <a:rPr sz="1400" dirty="0"/>
              <a:t>        return input;</a:t>
            </a:r>
          </a:p>
          <a:p>
            <a:r>
              <a:rPr sz="1400" dirty="0"/>
              <a:t>    }</a:t>
            </a:r>
          </a:p>
          <a:p>
            <a:r>
              <a:rPr sz="1400"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Code Snippet – Fuzzy Matching with FuzzySharp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rPr sz="1400"/>
              <a:t>using FuzzySharp;</a:t>
            </a:r>
          </a:p>
          <a:p>
            <a:endParaRPr sz="1400"/>
          </a:p>
          <a:p>
            <a:r>
              <a:rPr sz="1400"/>
              <a:t>public int CalculateFuzzyScore(string input, string skuDescription)</a:t>
            </a:r>
          </a:p>
          <a:p>
            <a:r>
              <a:rPr sz="1400"/>
              <a:t>{</a:t>
            </a:r>
          </a:p>
          <a:p>
            <a:r>
              <a:rPr sz="1400"/>
              <a:t>    return Fuzz.TokenSortRatio(input, skuDescription);</a:t>
            </a:r>
          </a:p>
          <a:p>
            <a:r>
              <a:rPr sz="1400"/>
              <a:t>}</a:t>
            </a:r>
          </a:p>
          <a:p>
            <a:endParaRPr sz="1400"/>
          </a:p>
          <a:p>
            <a:r>
              <a:rPr sz="1400"/>
              <a:t>public SKU GetBestMatch(string input, List&lt;SKU&gt; candidates)</a:t>
            </a:r>
          </a:p>
          <a:p>
            <a:r>
              <a:rPr sz="1400"/>
              <a:t>{</a:t>
            </a:r>
          </a:p>
          <a:p>
            <a:r>
              <a:rPr sz="1400"/>
              <a:t>    return candidates</a:t>
            </a:r>
          </a:p>
          <a:p>
            <a:r>
              <a:rPr sz="1400"/>
              <a:t>        .Select(s =&gt; new </a:t>
            </a:r>
          </a:p>
          <a:p>
            <a:r>
              <a:rPr sz="1400"/>
              <a:t>        {</a:t>
            </a:r>
          </a:p>
          <a:p>
            <a:r>
              <a:rPr sz="1400"/>
              <a:t>            SKU = s,</a:t>
            </a:r>
          </a:p>
          <a:p>
            <a:r>
              <a:rPr sz="1400"/>
              <a:t>            Score = Fuzz.TokenSortRatio(input, s.Description)</a:t>
            </a:r>
          </a:p>
          <a:p>
            <a:r>
              <a:rPr sz="1400"/>
              <a:t>        })</a:t>
            </a:r>
          </a:p>
          <a:p>
            <a:r>
              <a:rPr sz="1400"/>
              <a:t>        .OrderByDescending(x =&gt; x.Score)</a:t>
            </a:r>
          </a:p>
          <a:p>
            <a:r>
              <a:rPr sz="1400"/>
              <a:t>        .FirstOrDefault()?.SKU;</a:t>
            </a:r>
          </a:p>
          <a:p>
            <a:r>
              <a:rPr sz="140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Code Snippet – Final Confidence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rPr sz="1400"/>
              <a:t>public double CalculateFinalScore(</a:t>
            </a:r>
          </a:p>
          <a:p>
            <a:r>
              <a:rPr sz="1400"/>
              <a:t>    double fullTextRank,</a:t>
            </a:r>
          </a:p>
          <a:p>
            <a:r>
              <a:rPr sz="1400"/>
              <a:t>    int fuzzyScore,</a:t>
            </a:r>
          </a:p>
          <a:p>
            <a:r>
              <a:rPr sz="1400"/>
              <a:t>    bool exactDimensionMatch)</a:t>
            </a:r>
          </a:p>
          <a:p>
            <a:r>
              <a:rPr sz="1400"/>
              <a:t>{</a:t>
            </a:r>
          </a:p>
          <a:p>
            <a:r>
              <a:rPr sz="1400"/>
              <a:t>    double score = 0;</a:t>
            </a:r>
          </a:p>
          <a:p>
            <a:endParaRPr sz="1400"/>
          </a:p>
          <a:p>
            <a:r>
              <a:rPr sz="1400"/>
              <a:t>    score += (fullTextRank * 0.4);</a:t>
            </a:r>
          </a:p>
          <a:p>
            <a:r>
              <a:rPr sz="1400"/>
              <a:t>    score += (fuzzyScore * 0.4);</a:t>
            </a:r>
          </a:p>
          <a:p>
            <a:endParaRPr sz="1400"/>
          </a:p>
          <a:p>
            <a:r>
              <a:rPr sz="1400"/>
              <a:t>    if (exactDimensionMatch)</a:t>
            </a:r>
          </a:p>
          <a:p>
            <a:r>
              <a:rPr sz="1400"/>
              <a:t>        score += 20;</a:t>
            </a:r>
          </a:p>
          <a:p>
            <a:endParaRPr sz="1400"/>
          </a:p>
          <a:p>
            <a:r>
              <a:rPr sz="1400"/>
              <a:t>    return score;</a:t>
            </a:r>
          </a:p>
          <a:p>
            <a:r>
              <a:rPr sz="1400"/>
              <a:t>}</a:t>
            </a:r>
          </a:p>
          <a:p>
            <a:endParaRPr sz="1400"/>
          </a:p>
          <a:p>
            <a:r>
              <a:rPr sz="1400"/>
              <a:t>public string Classify(double score)</a:t>
            </a:r>
          </a:p>
          <a:p>
            <a:r>
              <a:rPr sz="1400"/>
              <a:t>{</a:t>
            </a:r>
          </a:p>
          <a:p>
            <a:r>
              <a:rPr sz="1400"/>
              <a:t>    if (score &gt; 90) return "Auto Accept";</a:t>
            </a:r>
          </a:p>
          <a:p>
            <a:r>
              <a:rPr sz="1400"/>
              <a:t>    if (score &gt;= 70) return "Manual Review";</a:t>
            </a:r>
          </a:p>
          <a:p>
            <a:r>
              <a:rPr sz="1400"/>
              <a:t>    return "Regret";</a:t>
            </a:r>
          </a:p>
          <a:p>
            <a:r>
              <a:rPr sz="1400"/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865</Words>
  <Application>Microsoft Office PowerPoint</Application>
  <PresentationFormat>On-screen Show (4:3)</PresentationFormat>
  <Paragraphs>157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Project Overview</vt:lpstr>
      <vt:lpstr>System Architecture Overview</vt:lpstr>
      <vt:lpstr>Database Design – Core Tables</vt:lpstr>
      <vt:lpstr>Phase 1 – Email Integration</vt:lpstr>
      <vt:lpstr>Phase 2 – Text Normalization Engine</vt:lpstr>
      <vt:lpstr>Phase 3 – Matching Engine</vt:lpstr>
      <vt:lpstr>Phase 4 – Confidence Scoring Logic</vt:lpstr>
      <vt:lpstr>Phase 5 – Dashboard &amp; Review Panel</vt:lpstr>
      <vt:lpstr>Performance &amp; Optimization</vt:lpstr>
      <vt:lpstr>Security &amp; Deployment</vt:lpstr>
      <vt:lpstr>Implementation Timeline</vt:lpstr>
      <vt:lpstr>Code Snippet – Enable Full-Text Index (SQL Server)</vt:lpstr>
      <vt:lpstr>Code Snippet – TextNormalizationService.cs</vt:lpstr>
      <vt:lpstr>Code Snippet – Fuzzy Matching with FuzzySharp</vt:lpstr>
      <vt:lpstr>Code Snippet – Final Confidence Scoring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subject/>
  <dc:creator/>
  <cp:keywords/>
  <dc:description>generated using python-pptx</dc:description>
  <cp:lastModifiedBy>Pawas Goyal</cp:lastModifiedBy>
  <cp:revision>3</cp:revision>
  <dcterms:created xsi:type="dcterms:W3CDTF">2013-01-27T09:14:16Z</dcterms:created>
  <dcterms:modified xsi:type="dcterms:W3CDTF">2026-03-03T09:51:31Z</dcterms:modified>
  <cp:category/>
</cp:coreProperties>
</file>